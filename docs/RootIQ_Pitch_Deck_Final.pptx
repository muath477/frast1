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RootIQ — Find the cause before it becomes an outage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Alert storm → one incident → evidence-backed RCA → approve-only remediation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Venture X · Infrastructure &amp; Cloud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Source of numbers: docs/RESULTS.md  ·  Architecture: docs/ARCHITECTURE.md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NOC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Dozens of alerts across router, DNS, and app — engineer correlating by hand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Black-box tools hide why; auto-remediation without approval is a non-starter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RootIQ: one correlated incident, ranked cause with evidence, human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Under 60 seconds from inject to clear root cause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Every remediation requires engineer approve/reject (audit logged)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Works sim-first; live EVE-NG lab when venue network is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Lab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R1 · SW1/SW2 · APP-01 (DNS+Web) · COLLECTOR-01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SNMP / ICMP / DNS / HTTP / Syslog → normalized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Detect → Correlate → Rank (graph) → Explain (grounded) → Act (whitelist)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sim = in-process simulator (default / backup)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live = EVE + collector + lab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Read-oriented collect · fixed action whitelist · audit log · private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Demo — live map during incident</a:t>
            </a:r>
          </a:p>
        </p:txBody>
      </p:sp>
      <p:pic>
        <p:nvPicPr>
          <p:cNvPr id="3" name="Picture 2" descr="08-demo-inciden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Measured in our lab (not pilot targets)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Time to correlated RCA:  target &lt; 60 s   →   measured 12.3 s (avg of 9 runs)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Root ranking:             target Top 3    →   Top-1 correct 9/9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Alert noise reduction:    target 30%      →   measured 96.3%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Human approval before remediation: 100%   →   100% (Audit)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Source: GET /api/runs after backend/scripts/day12_measure.py → docs/RESULTS.md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RootIQ is explainable</a:t>
            </a:r>
          </a:p>
        </p:txBody>
      </p:sp>
      <p:pic>
        <p:nvPicPr>
          <p:cNvPr id="3" name="Picture 2" descr="explain-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6429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CandidateRanking with score components · EvidenceList of measured metrics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Grounded explanation: numbers must exist in evidence (LLM optional, never invents)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EVE lab → Collector → FastAPI ingest → State/Detector → Correlator → RCA+Graph → Explanation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→ WebSocket → React dashboard → approve/reject → Action service → Lab agent → R1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PostgreSQL when Docker is up  ·  Full Mermaid: docs/ARCHITECTURE.md</a:t>
            </a:r>
          </a:p>
        </p:txBody>
      </p:sp>
      <p:pic>
        <p:nvPicPr>
          <p:cNvPr id="4" name="Picture 3" descr="01-healthy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2608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RootIQ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F172A"/>
                </a:solidFill>
              </a:defRPr>
            </a:pPr>
            <a:r>
              <a:t>Find the cause before it becomes an outage.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Measured: 12.3 s RCA · 9/9 top-1 · 96.3% noise ↓ · 100%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